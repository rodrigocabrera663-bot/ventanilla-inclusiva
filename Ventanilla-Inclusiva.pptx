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Ventanilla Inclusiva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digital para la ciudadanía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15  ·  Gobierno Regional de Cusco  ·  Hackatón Transformagob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+4,988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con discapacidad visual en la región Cusco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0" y="155448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usan lectores de pantalla (NVDA, JAWS, TalkBack).
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Ventanilla Virtual del GORE los bloquea: no cumple accesibilidad y no pueden ni iniciar un trámite. Hoy dependen de terceros, perdiendo autonomía y privacidad.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0" y="3840480"/>
            <a:ext cx="73152" cy="155448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0" y="384048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"…hay partes que simplemente no puedo escuchar ni entender; por eso tengo que pedir ayuda a otra persona para hacer mis trámites."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0" y="51206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Usuario con discapacidad visual, Cusco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asistente conversacional guiado y accesible (WCAG 2.2) que permite a una persona ciega presentar y consultar una solicitud de acceso a información pública de forma autónoma y privada, usando su propio lector de pantalla.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Autónomo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42900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7" name="Text 5"/>
          <p:cNvSpPr/>
          <p:nvPr/>
        </p:nvSpPr>
        <p:spPr>
          <a:xfrm>
            <a:off x="342900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Privado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Offline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00684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11" name="Text 9"/>
          <p:cNvSpPr/>
          <p:nvPr/>
        </p:nvSpPr>
        <p:spPr>
          <a:xfrm>
            <a:off x="900684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funciona el prototipo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6304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Tus datos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DNI y correo, paso a paso.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solicitas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463040" y="2971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la información pública que necesitas.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63040" y="3611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de entrega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63040" y="4023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correo o recojo presencial.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709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6304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63040" y="5074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tu número de expediente.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155448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F2F5FB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828800"/>
            <a:ext cx="42062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3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
</a:t>
            </a:r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Comandos de voz en español (manos libres)
</a:t>
            </a:r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Audio de apoyo en quechua por paso
</a:t>
            </a:r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Identificación de errores accesible
</a:t>
            </a:r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 Consulta de estado por nº de expediente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público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Autonomía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Hacen trámites sin depender de nadie.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Privacidad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9224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datos no salen del dispositivo.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Inclusión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también para hablantes de quechua.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el derecho a la información pública.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Apertura, reutilización y ética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8813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(licencia MIT)</a:t>
            </a:r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el GORE puede adoptarlo y mejorarlo (DL 1412, art. 29).
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accesibles reutilizables</a:t>
            </a:r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 integran por partes a los sistemas actuales.
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100% sintéticos, offline, sin IA en la nube</a:t>
            </a:r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sin tocar sistemas reales ni exponer credenciales.
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</a:t>
            </a:r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WCAG 2.2, Ley 29973, Ley 29733 y Lineamientos de Accesibilidad del Estado.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mitigación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 mal hecha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Probado con NVDA + auditoría WCAG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software cerrado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open source, sin IA en la nube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sensibles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sintéticos; nada sale del dispositivo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Voz en la nube (Chrome)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Opcional; Vosk offline para producción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79400" indent="-279400">
              <a:lnSpc>
                <a:spcPct val="110000"/>
              </a:lnSpc>
              <a:buSzPct val="100000"/>
              <a:buChar char="•"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el audio en quechua con hablante nativo (Qosqo-Qollaw) y validarlo en campo.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voz offline con Vosk (open source) para producción.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por Telegram con mensajes de voz nativos.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con el sistema Qellqa y autenticación con DNI accesible.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"Una ventanilla que funciona con las herramientas que la ciudadanía ya usa."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5212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Ventanilla Inclusiva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Rodrigo Cabrera</dc:creator>
  <cp:lastModifiedBy>Rodrigo Cabrera</cp:lastModifiedBy>
  <cp:revision>1</cp:revision>
  <dcterms:created xsi:type="dcterms:W3CDTF">2026-06-14T11:41:32Z</dcterms:created>
  <dcterms:modified xsi:type="dcterms:W3CDTF">2026-06-14T11:41:32Z</dcterms:modified>
</cp:coreProperties>
</file>