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Ventanilla Inclusiva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digital para la ciudadanía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15  ·  Gobierno Regional de Cusco  ·  Hackatón Transformagob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+4,988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con discapacidad visual en la región Cusco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55448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usan lectores de pantalla (NVDA, JAWS, TalkBack).
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Ventanilla Virtual del GORE los bloquea: no cumple accesibilidad y no pueden ni iniciar un trámite. Hoy dependen de terceros, perdiendo autonomía y privacidad.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3840480"/>
            <a:ext cx="73152" cy="1554480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384048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"…hay partes que simplemente no puedo escuchar ni entender; por eso tengo que pedir ayuda a otra persona para hacer mis trámites."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5120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Usuario con discapacidad visual, Cusco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 un sistema de mesa de partes inclusiva: ingresar a un casillero, presentar una solicitud (con adjuntos), recibir el expediente y darle seguimiento — todo accesible (WCAG 2.2), con su propio lector de pantalla, de forma autónoma y privada.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Autónomo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2900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006840" y="38404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/>
        </p:spPr>
      </p:sp>
      <p:sp>
        <p:nvSpPr>
          <p:cNvPr id="11" name="Text 9"/>
          <p:cNvSpPr/>
          <p:nvPr/>
        </p:nvSpPr>
        <p:spPr>
          <a:xfrm>
            <a:off x="900684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 el prototipo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Tus datos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DNI y correo, paso a paso.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solicitas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la información pública que necesitas.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de entrega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6304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correo o recojo presencial.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640080" cy="64008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Confirmación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6304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tu número de expediente.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554480"/>
            <a:ext cx="4754880" cy="4023360"/>
          </a:xfrm>
          <a:prstGeom prst="roundRect">
            <a:avLst>
              <a:gd name="adj" fmla="val 2727"/>
            </a:avLst>
          </a:prstGeom>
          <a:solidFill>
            <a:srgbClr val="F2F5FB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82880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
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Casillero electrónico: ve tus solicitudes
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Modo voz: la app lee sola, sin instalar nada
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Comandos de voz en español (manos libres)
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instalable (PWA) que funciona offline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público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Autonomía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Hacen trámites sin depender de nadie.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74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2514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datos no salen del dispositivo.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77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Inclusión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también para hablantes de quechua.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977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4617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derecho a la información pública.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Apertura, reutilización y ética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(licencia MIT)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GORE puede adoptarlo y mejorarlo (DL 1412, art. 29).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accesibles reutilizables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 integran por partes a los sistemas actuales.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100% sintéticos, offline, sin IA en la nube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 tocar sistemas reales ni exponer credenciales.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WCAG 2.2, Ley 29973, Ley 29733 y Lineamientos de Accesibilidad del Estado.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mitigación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Accesibilidad mal hecha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Probado con NVDA + auditoría WCAG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 de software cerrado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open source, sin IA en la nube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sensibles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sintéticos; nada sale del dispositivo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 en la nube (Chrome)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Opcional; Vosk offline para producción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D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lnSpc>
                <a:spcPct val="1100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el audio en quechua con hablante nativo (Qosqo-Qollaw) y validarlo en campo.
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voz offline con Vosk (open source) para producción.
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por Telegram con mensajes de voz nativos.
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con el sistema Qellqa y autenticación con DNI accesible.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"Una ventanilla que funciona con las herramientas que la ciudadanía ya usa."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A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Ventanilla Inclusiva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Rodrigo Cabrera</dc:creator>
  <cp:lastModifiedBy>Rodrigo Cabrera</cp:lastModifiedBy>
  <cp:revision>1</cp:revision>
  <dcterms:created xsi:type="dcterms:W3CDTF">2026-06-15T00:04:49Z</dcterms:created>
  <dcterms:modified xsi:type="dcterms:W3CDTF">2026-06-15T00:04:49Z</dcterms:modified>
</cp:coreProperties>
</file>