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Ventanilla Inclusiva</a:t>
            </a:r>
            <a:endParaRPr lang="en-US" sz="50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0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digital para la ciudadanía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 15  ·  Gobierno Regional de Cusco  ·  Hackatón Transformagob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+4,988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ciudadanos con discapacidad visual en la región Cusco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0" y="155448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usan lectores de pantalla (NVDA, JAWS, TalkBack).
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la Ventanilla Virtual del GORE los bloquea: no cumple accesibilidad y no pueden ni iniciar un trámite. Hoy dependen de terceros, perdiendo autonomía y privacidad.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0" y="3840480"/>
            <a:ext cx="73152" cy="155448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0" y="3840480"/>
            <a:ext cx="6217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"…hay partes que simplemente no puedo escuchar ni entender; por eso tengo que pedir ayuda a otra persona para hacer mis trámites."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03520" y="51206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Usuario con discapacidad visual, Cusco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solución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asistente conversacional guiado y accesible (WCAG 2.2) que permite a una persona ciega presentar y consultar una solicitud de acceso a información pública de forma autónoma y privada, usando su propio lector de pantalla.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Autónomo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42900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Privado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792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Offline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006840" y="38404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0B3D91"/>
          </a:solidFill>
          <a:ln/>
        </p:spPr>
      </p:sp>
      <p:sp>
        <p:nvSpPr>
          <p:cNvPr id="12" name="Text 10"/>
          <p:cNvSpPr/>
          <p:nvPr/>
        </p:nvSpPr>
        <p:spPr>
          <a:xfrm>
            <a:off x="9006840" y="384048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source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funciona el prototipo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3444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463040" y="1188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Trámite TUPA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5544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accesible del trámite (Copias, Transparencia, etc.)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40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6304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Tus datos (RENIEC)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560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Autocompletado automático al ingresar tu DNI.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4612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46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6304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Documento y Carga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5661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Asunto, folios y adjunto de sustento (PDF/JPG/PNG).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25196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51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46304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 de entrega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45720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correo electrónico o recojo presencial.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257800"/>
            <a:ext cx="640080" cy="640080"/>
          </a:xfrm>
          <a:prstGeom prst="ellipse">
            <a:avLst/>
          </a:prstGeom>
          <a:solidFill>
            <a:srgbClr val="0B3D9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257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463040" y="5212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Confirmación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3040" y="5577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6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final y generación de número de expediente.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66560" y="1234440"/>
            <a:ext cx="4754880" cy="4663440"/>
          </a:xfrm>
          <a:prstGeom prst="roundRect">
            <a:avLst>
              <a:gd name="adj" fmla="val 2353"/>
            </a:avLst>
          </a:prstGeom>
          <a:solidFill>
            <a:srgbClr val="F2F5FB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1463040"/>
            <a:ext cx="42062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3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
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Casillero Electrónico: bandeja ciudadana accesible con historial y notificaciones oficiales.
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  Comandos de voz en español (mejora manos libres)
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Audio de apoyo en quechua por cada paso del asistente
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Identificación de errores accesible (resumen y foco programado)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Interfaz del Prototipo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F2F5FB"/>
          </a:solidFill>
          <a:ln/>
        </p:spPr>
      </p:sp>
      <p:pic>
        <p:nvPicPr>
          <p:cNvPr id="5" name="Image 0" descr="screensho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37360"/>
            <a:ext cx="4572000" cy="3200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2064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inicio y Casillero Electrónico accesible.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0" y="14630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F2F5FB"/>
          </a:solidFill>
          <a:ln/>
        </p:spPr>
      </p:sp>
      <p:pic>
        <p:nvPicPr>
          <p:cNvPr id="8" name="Image 1" descr="screensho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737360"/>
            <a:ext cx="4572000" cy="32004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0" y="512064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conversacional con soporte de voz y audio en quechua.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público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Autonomía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Hacen trámites sin depender de nadie.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Privacidad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datos no salen del dispositivo.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Inclusión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Pensado también para hablantes de quechua.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Transparencia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9224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el derecho a la información pública.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Apertura, reutilización y ética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Licencia Libre (MIT)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100% abierto que el GORE Cusco puede adoptar, mejorar y desplegar legalmente (D.L. 1412, art. 29).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745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Diseño Reutilizable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modulares de accesibilidad (stepper, forms) listos para integrarse a los sistemas actuales del GRC.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Privacidad por Diseño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1440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100% sintéticos. Sin IA en la nube, sin datos personales y operable de forma local (offline).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217920" y="37490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2F5FB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39776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Cumplimiento de Estándares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92240" y="46177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Alineado a las pautas WCAG 2.2, Ley N° 29973 (Discapacidad) y Ley N° 29733 (Datos Personales).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y mitigación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093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9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 mal hecha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Probado con NVDA + auditoría WCAG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Dependencia de software cerrado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open source, sin IA en la nube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sensibles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sintéticos; nada sale del dispositivo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Voz en la nube (Chrome)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Opcional; Vosk offline para producción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3D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1097280" cy="45720"/>
          </a:xfrm>
          <a:prstGeom prst="rect">
            <a:avLst/>
          </a:prstGeom>
          <a:solidFill>
            <a:srgbClr val="E0A1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79400" indent="-279400">
              <a:lnSpc>
                <a:spcPct val="110000"/>
              </a:lnSpc>
              <a:buSzPct val="100000"/>
              <a:buChar char="•"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el audio en quechua con hablante nativo (Qosqo-Qollaw) y validarlo en campo.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de voz offline con Vosk (open source) para producción.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por Telegram con mensajes de voz nativos.
</a:t>
            </a:r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real con el sistema Qellqa y autenticación con DNI accesible.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"Una ventanilla que funciona con las herramientas que la ciudadanía ya usa."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5212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0A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Ventanilla Inclusiva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Rodrigo Cabrera</dc:creator>
  <cp:lastModifiedBy>Rodrigo Cabrera</cp:lastModifiedBy>
  <cp:revision>1</cp:revision>
  <dcterms:created xsi:type="dcterms:W3CDTF">2026-06-15T03:04:24Z</dcterms:created>
  <dcterms:modified xsi:type="dcterms:W3CDTF">2026-06-15T03:04:24Z</dcterms:modified>
</cp:coreProperties>
</file>